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67" r:id="rId15"/>
    <p:sldId id="268" r:id="rId16"/>
    <p:sldId id="269" r:id="rId17"/>
    <p:sldId id="270" r:id="rId18"/>
    <p:sldId id="273" r:id="rId19"/>
    <p:sldId id="274" r:id="rId20"/>
    <p:sldId id="275" r:id="rId21"/>
    <p:sldId id="276" r:id="rId22"/>
    <p:sldId id="278" r:id="rId23"/>
    <p:sldId id="277" r:id="rId24"/>
  </p:sldIdLst>
  <p:sldSz cx="12192000" cy="6858000"/>
  <p:notesSz cx="6858000" cy="9144000"/>
  <p:defaultTextStyle>
    <a:defPPr>
      <a:defRPr lang="en-M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5FA4-D52F-9E18-2846-9FDBEAE2B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0D5E9-A137-12E2-FC54-CB19F947E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38BA4-9964-5385-F850-C776BD8F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39269-18BD-2C8E-5883-DBDF0CDDF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29D34-60D2-F085-D0EC-AB19211EC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170494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9B7AE-3C9E-0B39-B876-C0C16075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1EE7-FBA9-F5E0-E64F-1DF5758DF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8046B-E980-899E-E532-E69EBE09C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C8585-44E8-7407-987C-5C570F66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7E2D6-C743-9854-DEE4-0E0EAEE95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13084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D57B-8C23-7F9B-2FF4-39C090111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5A800-5762-6681-7D98-A36770405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03EB7-2D8A-C1DB-0819-4FDF8A12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F711E-EC8D-7E19-BD67-D8F8EB0E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9A594-5A39-A4A8-87F7-72E204BD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417116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02F56-F2CD-3105-EBFE-D2C7A9807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4F054-B895-F557-FA82-B8757340D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A8BD6E-9E4C-D318-6632-A8AF73032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64AAF9-7B6E-57FC-3C92-A4BCDDB1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857E8E-F112-529A-1EC5-70F55728C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AD2EF-51BB-0C06-C710-C36B3AC50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94124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FFA9-8480-BB6B-8BAF-08B83B36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4D3E21-6A0F-76D8-6F4F-9387B1BF4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664015-0C21-3E50-9595-650EB73A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A3A77-8217-3C0E-B35D-93886CA5F4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C3EFD-40FF-A8E1-7A17-CAE5324903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E703D-8D0B-8A40-337A-BCF79ED78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E82DA-9C26-263D-FADE-D1A63F979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50B213-E53E-3135-DDD1-EE0109D0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65168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BE4CE-0C7A-BDE2-A6DC-EC908A0D5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E820D-AFA4-7ED5-CB67-FBD4DBDC4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DAF67-550C-1E5F-78E8-5BCC12CCB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9B4A5F-FB5D-D91E-7E75-3235859C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08200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9E7928-B21F-A029-12FA-269332A2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C10A2-7AA3-9906-DB2B-65F00B377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839F08-B677-D9CD-DEDA-3F8F3DE21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21595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C5CF8-860E-2FCE-EE9D-B5A9FEB67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28587-5F34-403C-0D1A-9E1C4999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496510-BC37-5A7B-B287-9DA247DD9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B8E63-ABAE-40A2-7BB2-0137049F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11120-729A-B684-62A2-4B37C374F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AB3A8A-A3A2-3B56-8107-5F887E1F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193804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67D6C-ECAE-4FE4-4161-AD14F1F1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EB285-0D45-6ADA-5E51-A2F06E0B04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C97960-48A7-79CA-9A18-3D583B169C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6D95D-02CC-7070-1DF1-874A109F3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28B12-F7DB-844B-65DB-F674F1479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91829-774A-3898-B288-31E6B9934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315777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0A7FA-57EC-4138-BF01-BEE850AE2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55B0A-3C33-14BE-E136-0DB9585E7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B3F7E-AA19-8683-0CC9-2B0F8CEC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A547A3-B97D-782B-0B3A-5E0A5435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48F1C2-0FDB-D28F-8155-FF3F7F4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482185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BEE1C1-1A6E-F728-EED7-95D91DF490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DB61F-A127-D57D-8FEB-892730181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A98264-BC17-57D5-29DE-6B46FC665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EA052-C19C-56C9-58D7-06B76D9F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2A7C1-EE43-E959-A5CB-6CB815D43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427545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666DBD-4A41-4607-534F-7AC8D4AEE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4AB0A-8F0D-8257-5992-77DC937E8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7B30C-507D-27DB-1DE0-FEF0B92537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AE28C-40C1-47B1-81BD-61C46602E343}" type="datetimeFigureOut">
              <a:rPr lang="en-MT" smtClean="0"/>
              <a:t>17/04/2026</a:t>
            </a:fld>
            <a:endParaRPr lang="en-M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0C922-C270-F905-181F-AB34F83C23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69875-7A80-E1E4-5969-8803813A2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138BCB-1ACA-49B4-8926-7D4F926815C1}" type="slidenum">
              <a:rPr lang="en-MT" smtClean="0"/>
              <a:t>‹#›</a:t>
            </a:fld>
            <a:endParaRPr lang="en-MT"/>
          </a:p>
        </p:txBody>
      </p:sp>
    </p:spTree>
    <p:extLst>
      <p:ext uri="{BB962C8B-B14F-4D97-AF65-F5344CB8AC3E}">
        <p14:creationId xmlns:p14="http://schemas.microsoft.com/office/powerpoint/2010/main" val="2014010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1397E5-2855-E89A-F133-DF5BB062E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44" y="0"/>
            <a:ext cx="105069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2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D4FEA66-BA6B-1AD2-0DB8-DF7104BF9000}"/>
              </a:ext>
            </a:extLst>
          </p:cNvPr>
          <p:cNvSpPr txBox="1"/>
          <p:nvPr/>
        </p:nvSpPr>
        <p:spPr>
          <a:xfrm>
            <a:off x="134910" y="209862"/>
            <a:ext cx="2608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FONTS USED:</a:t>
            </a:r>
          </a:p>
          <a:p>
            <a:pPr marL="285750" indent="-285750">
              <a:buFontTx/>
              <a:buChar char="-"/>
            </a:pPr>
            <a:r>
              <a:rPr lang="en-AU" dirty="0"/>
              <a:t>LOGO: ACLONICA</a:t>
            </a:r>
          </a:p>
          <a:p>
            <a:pPr marL="285750" indent="-285750">
              <a:buFontTx/>
              <a:buChar char="-"/>
            </a:pPr>
            <a:r>
              <a:rPr lang="en-AU" dirty="0"/>
              <a:t>General: 42DOT SANS</a:t>
            </a:r>
            <a:endParaRPr lang="en-M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C99B0F-DEF1-126C-E29B-D12E52F1C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964" y="0"/>
            <a:ext cx="5148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8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5D406A-3707-6080-5442-1D4C479FD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69" y="0"/>
            <a:ext cx="1106786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545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AF54C-FC8B-E07C-6A4F-AF606B5D8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76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474B53-4E70-5F47-8129-0661E8477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81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E658625-2CD8-EB4B-AE02-41B68577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070" y="0"/>
            <a:ext cx="54338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75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28AE5C-877B-7ADF-0C7A-71FA706ED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121920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373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0700C78-792F-0F49-32F2-905208978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32" y="0"/>
            <a:ext cx="116887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79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1B924-1034-DE56-B799-12D1D8B42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74" y="-18782"/>
            <a:ext cx="11467475" cy="6874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8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62D8634-2E92-8565-89E3-C56653A9D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44" y="0"/>
            <a:ext cx="114003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004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3B37237-5DAB-897C-2AA7-548C0C2D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999" y="0"/>
            <a:ext cx="10638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21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C72F84-BDA9-FF43-AE28-4E6B6AE1B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072" y="0"/>
            <a:ext cx="102778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70FE7B-F82D-53FC-C62D-3ED49E47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56" y="0"/>
            <a:ext cx="10991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22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1EFF7-6CB5-0B64-EF43-0125E0152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85" y="0"/>
            <a:ext cx="10609630" cy="686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32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20B879-F104-AB16-F75E-4F4202391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49" y="-899"/>
            <a:ext cx="10511724" cy="68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113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8AFFDA-0591-9943-D1A0-C46D0CF36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59" y="6109"/>
            <a:ext cx="10552490" cy="685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966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FF644-BB21-A6DF-BEED-57CB84020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48" y="0"/>
            <a:ext cx="10632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47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20CDE5E-E02F-4955-73A3-C357D2357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48" y="0"/>
            <a:ext cx="10538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241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DC0C96-9E02-12CB-0D4D-40E76B059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964" y="0"/>
            <a:ext cx="514807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98EBB5-3648-46E4-F785-62BA0B133727}"/>
              </a:ext>
            </a:extLst>
          </p:cNvPr>
          <p:cNvSpPr txBox="1"/>
          <p:nvPr/>
        </p:nvSpPr>
        <p:spPr>
          <a:xfrm>
            <a:off x="209862" y="179882"/>
            <a:ext cx="1433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FONT USED:</a:t>
            </a:r>
          </a:p>
          <a:p>
            <a:r>
              <a:rPr lang="en-US" dirty="0"/>
              <a:t>AFACAD</a:t>
            </a:r>
            <a:endParaRPr lang="en-MT" dirty="0"/>
          </a:p>
        </p:txBody>
      </p:sp>
    </p:spTree>
    <p:extLst>
      <p:ext uri="{BB962C8B-B14F-4D97-AF65-F5344CB8AC3E}">
        <p14:creationId xmlns:p14="http://schemas.microsoft.com/office/powerpoint/2010/main" val="3106919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5C7FB1-AEBA-AAF5-1D17-D50F175C8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260" y="0"/>
            <a:ext cx="4983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887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0C0E68-D50D-DAAC-B324-A738B1042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31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9C48D6-694F-AB7D-5051-C0D744783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14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FF66E7-2EBF-0325-9754-A527C9CD6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948" y="0"/>
            <a:ext cx="105381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81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14</Words>
  <Application>Microsoft Office PowerPoint</Application>
  <PresentationFormat>Widescreen</PresentationFormat>
  <Paragraphs>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Dalipi</dc:creator>
  <cp:lastModifiedBy>Jamie Dalipi</cp:lastModifiedBy>
  <cp:revision>2</cp:revision>
  <dcterms:created xsi:type="dcterms:W3CDTF">2026-04-14T17:06:23Z</dcterms:created>
  <dcterms:modified xsi:type="dcterms:W3CDTF">2026-04-17T21:19:57Z</dcterms:modified>
</cp:coreProperties>
</file>