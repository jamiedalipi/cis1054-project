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M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5FA4-D52F-9E18-2846-9FDBEAE2B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0D5E9-A137-12E2-FC54-CB19F947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38BA4-9964-5385-F850-C776BD8F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39269-18BD-2C8E-5883-DBDF0CDD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9D34-60D2-F085-D0EC-AB19211E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170494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B7AE-3C9E-0B39-B876-C0C16075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1EE7-FBA9-F5E0-E64F-1DF5758DF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8046B-E980-899E-E532-E69EBE09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C8585-44E8-7407-987C-5C570F66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E2D6-C743-9854-DEE4-0E0EAEE9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13084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D57B-8C23-7F9B-2FF4-39C09011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5A800-5762-6681-7D98-A36770405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03EB7-2D8A-C1DB-0819-4FDF8A12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F711E-EC8D-7E19-BD67-D8F8EB0E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9A594-5A39-A4A8-87F7-72E204BD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41711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2F56-F2CD-3105-EBFE-D2C7A980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4F054-B895-F557-FA82-B8757340D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8BD6E-9E4C-D318-6632-A8AF7303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4AAF9-7B6E-57FC-3C92-A4BCDDB1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57E8E-F112-529A-1EC5-70F55728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AD2EF-51BB-0C06-C710-C36B3AC5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94124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FFA9-8480-BB6B-8BAF-08B83B36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D3E21-6A0F-76D8-6F4F-9387B1BF4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64015-0C21-3E50-9595-650EB73A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A3A77-8217-3C0E-B35D-93886CA5F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C3EFD-40FF-A8E1-7A17-CAE532490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E703D-8D0B-8A40-337A-BCF79ED7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E82DA-9C26-263D-FADE-D1A63F97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50B213-E53E-3135-DDD1-EE0109D0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65168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E4CE-0C7A-BDE2-A6DC-EC908A0D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E820D-AFA4-7ED5-CB67-FBD4DBDC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DAF67-550C-1E5F-78E8-5BCC12CCB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B4A5F-FB5D-D91E-7E75-3235859C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08200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E7928-B21F-A029-12FA-269332A2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C10A2-7AA3-9906-DB2B-65F00B37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39F08-B677-D9CD-DEDA-3F8F3DE2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21595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5CF8-860E-2FCE-EE9D-B5A9FEB67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28587-5F34-403C-0D1A-9E1C4999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96510-BC37-5A7B-B287-9DA247DD9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B8E63-ABAE-40A2-7BB2-0137049F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11120-729A-B684-62A2-4B37C374F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B3A8A-A3A2-3B56-8107-5F887E1F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93804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7D6C-ECAE-4FE4-4161-AD14F1F1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EB285-0D45-6ADA-5E51-A2F06E0B0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97960-48A7-79CA-9A18-3D583B169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6D95D-02CC-7070-1DF1-874A109F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28B12-F7DB-844B-65DB-F674F147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91829-774A-3898-B288-31E6B993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15777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A7FA-57EC-4138-BF01-BEE850AE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55B0A-3C33-14BE-E136-0DB9585E7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B3F7E-AA19-8683-0CC9-2B0F8CEC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547A3-B97D-782B-0B3A-5E0A5435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8F1C2-0FDB-D28F-8155-FF3F7F4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48218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EE1C1-1A6E-F728-EED7-95D91DF49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DB61F-A127-D57D-8FEB-892730181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98264-BC17-57D5-29DE-6B46FC66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EA052-C19C-56C9-58D7-06B76D9F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2A7C1-EE43-E959-A5CB-6CB815D4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2754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66DBD-4A41-4607-534F-7AC8D4AEE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4AB0A-8F0D-8257-5992-77DC937E8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7B30C-507D-27DB-1DE0-FEF0B9253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AE28C-40C1-47B1-81BD-61C46602E343}" type="datetimeFigureOut">
              <a:rPr lang="en-MT" smtClean="0"/>
              <a:t>14/04/2026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0C922-C270-F905-181F-AB34F83C2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69875-7A80-E1E4-5969-8803813A2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01401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BBC97CB-0AF4-C7BD-6B33-F1DC5B0D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2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DE23C2-799A-8295-1123-85CF5AFC5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616" y="0"/>
            <a:ext cx="385876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FEA66-BA6B-1AD2-0DB8-DF7104BF9000}"/>
              </a:ext>
            </a:extLst>
          </p:cNvPr>
          <p:cNvSpPr txBox="1"/>
          <p:nvPr/>
        </p:nvSpPr>
        <p:spPr>
          <a:xfrm>
            <a:off x="134910" y="209862"/>
            <a:ext cx="2608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FONTS USED:</a:t>
            </a:r>
          </a:p>
          <a:p>
            <a:pPr marL="285750" indent="-285750">
              <a:buFontTx/>
              <a:buChar char="-"/>
            </a:pPr>
            <a:r>
              <a:rPr lang="en-AU" dirty="0"/>
              <a:t>LOGO: ACLONICA</a:t>
            </a:r>
          </a:p>
          <a:p>
            <a:pPr marL="285750" indent="-285750">
              <a:buFontTx/>
              <a:buChar char="-"/>
            </a:pPr>
            <a:r>
              <a:rPr lang="en-AU" dirty="0"/>
              <a:t>General: 42DOT SANS</a:t>
            </a:r>
            <a:endParaRPr lang="en-MT" dirty="0"/>
          </a:p>
        </p:txBody>
      </p:sp>
    </p:spTree>
    <p:extLst>
      <p:ext uri="{BB962C8B-B14F-4D97-AF65-F5344CB8AC3E}">
        <p14:creationId xmlns:p14="http://schemas.microsoft.com/office/powerpoint/2010/main" val="314868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D406A-3707-6080-5442-1D4C479FD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69" y="0"/>
            <a:ext cx="110678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4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AF54C-FC8B-E07C-6A4F-AF606B5D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6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474B53-4E70-5F47-8129-0661E8477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8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658625-2CD8-EB4B-AE02-41B68577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070" y="0"/>
            <a:ext cx="5433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7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8AE5C-877B-7ADF-0C7A-71FA706ED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2192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73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700C78-792F-0F49-32F2-90520897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32" y="0"/>
            <a:ext cx="11688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7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1B924-1034-DE56-B799-12D1D8B4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4" y="-18782"/>
            <a:ext cx="11467475" cy="687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8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2D8634-2E92-8565-89E3-C56653A9D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44" y="0"/>
            <a:ext cx="114003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4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10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Dalipi</dc:creator>
  <cp:lastModifiedBy>Jamie Dalipi</cp:lastModifiedBy>
  <cp:revision>1</cp:revision>
  <dcterms:created xsi:type="dcterms:W3CDTF">2026-04-14T17:06:23Z</dcterms:created>
  <dcterms:modified xsi:type="dcterms:W3CDTF">2026-04-14T21:38:36Z</dcterms:modified>
</cp:coreProperties>
</file>